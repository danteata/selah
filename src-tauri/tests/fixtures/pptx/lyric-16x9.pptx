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Sing twice</a:t>
            </a:r>
          </a:p>
          <a:p>
            <a:r>
              <a:rPr lang="en-US"/>
              <a:t>Key of G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master-bg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62000" y="6172200"/>
            <a:ext cx="4064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buNone/>
        <a:defRPr sz="4400">
          <a:solidFill>
            <a:schemeClr val="tx1"/>
          </a:solidFill>
          <a:latin typeface="+mj-lt"/>
        </a:defRPr>
      </a:lvl1pPr>
    </p:titleStyle>
    <p:bodyStyle>
      <a:lvl1pPr marL="0" indent="0" algn="ctr">
        <a:buNone/>
        <a:defRPr sz="4000">
          <a:solidFill>
            <a:schemeClr val="tx1"/>
          </a:solidFill>
          <a:latin typeface="+mn-lt"/>
        </a:defRPr>
      </a:lvl1pPr>
      <a:lvl2pPr marL="685800" indent="-228600" algn="l">
        <a:buFont typeface="Arial"/>
        <a:buChar char="–"/>
        <a:defRPr sz="2400">
          <a:solidFill>
            <a:schemeClr val="tx1"/>
          </a:solidFill>
          <a:latin typeface="+mn-lt"/>
        </a:defRPr>
      </a:lvl2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Amazing Grace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Amazing grace, how sweet the sound</a:t>
            </a:r>
          </a:p>
          <a:p>
            <a:r>
              <a:rPr lang="en-US"/>
              <a:t>That saved a wretch like me</a:t>
            </a:r>
          </a:p>
          <a:p>
            <a:r>
              <a:rPr lang="en-US"/>
              <a:t>I once was lost, but now am found</a:t>
            </a:r>
          </a:p>
          <a:p>
            <a:r>
              <a:rPr lang="en-US"/>
              <a:t>Was blind, but now I see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Ɛyɛ me dɛ sɛ meyɛ wo dea</a:t>
            </a:r>
            <a:br>
              <a:rPr lang="en-US"/>
            </a:br>
            <a:r>
              <a:rPr lang="en-US"/>
              <a:t>Ɔdɔ a ɛnni awieeɛ</a:t>
            </a:r>
          </a:p>
          <a:p>
            <a:endParaRPr lang="en-US"/>
          </a:p>
          <a:p>
            <a:r>
              <a:rPr lang="en-US"/>
              <a:t>Nyame ne ɔhene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Chorus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/>
              <a:t>How </a:t>
            </a:r>
            <a:r>
              <a:rPr lang="en-US" b="1"/>
              <a:t>great</a:t>
            </a:r>
            <a:r>
              <a:rPr lang="en-US"/>
              <a:t> is </a:t>
            </a:r>
            <a:r>
              <a:rPr lang="en-US" i="1" u="sng">
                <a:solidFill>
                  <a:srgbClr val="FFC000"/>
                </a:solidFill>
              </a:rPr>
              <a:t>our God</a:t>
            </a:r>
            <a:r>
              <a:rPr lang="en-US">
                <a:latin typeface="Montserrat"/>
              </a:rPr>
              <a:t>, sing with 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Thank you for worshipping with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