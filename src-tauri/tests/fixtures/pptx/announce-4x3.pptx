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layout/>
      <c:barChart>
        <c:barDir val="col"/>
        <c:grouping val="clustered"/>
        <c:ser>
          <c:idx val="0"/>
          <c:order val="0"/>
          <c:cat>
            <c:strLit>
              <c:ptCount val="2"/>
              <c:pt idx="0">
                <c:v>Sun</c:v>
              </c:pt>
              <c:pt idx="1">
                <c:v>Wed</c:v>
              </c:pt>
            </c:strLit>
          </c:cat>
          <c:val>
            <c:numLit>
              <c:ptCount val="2"/>
              <c:pt idx="0">
                <c:v>120</c:v>
              </c:pt>
              <c:pt idx="1">
                <c:v>45</c:v>
              </c:pt>
            </c:numLit>
          </c:val>
        </c:ser>
      </c:barChart>
    </c:plotArea>
  </c:chart>
</c:chartSpace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  <a:chOff x="0" y="0"/>
        <a:chExt cx="0" cy="0"/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Mention the deadline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  <a:chOff x="0" y="0"/>
        <a:chExt cx="0" cy="0"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  <a:chOff x="0" y="0"/>
        <a:chExt cx="0" cy="0"/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1500" y="342900"/>
            <a:ext cx="80010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1714500"/>
            <a:ext cx="8001000" cy="4572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571500" y="6172200"/>
            <a:ext cx="3048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buNone/>
        <a:defRPr sz="4400">
          <a:solidFill>
            <a:schemeClr val="tx1"/>
          </a:solidFill>
          <a:latin typeface="+mj-lt"/>
        </a:defRPr>
      </a:lvl1pPr>
    </p:titleStyle>
    <p:bodyStyle>
      <a:lvl1pPr marL="228600" indent="-228600" algn="l">
        <a:buFont typeface="Arial"/>
        <a:buChar char="•"/>
        <a:defRPr sz="2800">
          <a:solidFill>
            <a:schemeClr val="tx1"/>
          </a:solidFill>
          <a:latin typeface="+mn-lt"/>
        </a:defRPr>
      </a:lvl1pPr>
      <a:lvl2pPr marL="685800" indent="-228600" algn="l">
        <a:buFont typeface="Arial"/>
        <a:buChar char="–"/>
        <a:defRPr sz="2400">
          <a:solidFill>
            <a:schemeClr val="tx1"/>
          </a:solidFill>
          <a:latin typeface="+mn-lt"/>
        </a:defRPr>
      </a:lvl2pPr>
    </p:bodyStyle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mall.png"/><Relationship Id="rId3" Type="http://schemas.openxmlformats.org/officeDocument/2006/relationships/chart" Target="../charts/chart1.xml"/><Relationship Id="rIdN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hoto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  <a:chOff x="0" y="0"/>
        <a:chExt cx="0" cy="0"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Church Announcements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>
          <a:xfrm>
            <a:off x="457200" y="1600200"/>
            <a:ext cx="4572000" cy="3429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Youth camp</a:t>
            </a:r>
          </a:p>
          <a:p>
            <a:pPr lvl="1"/>
            <a:r>
              <a:rPr lang="en-US"/>
              <a:t>Register by Friday</a:t>
            </a:r>
          </a:p>
          <a:p>
            <a:r>
              <a:rPr lang="en-US"/>
              <a:t>Choir practice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1828800"/>
          </a:xfrm>
          <a:prstGeom prst="rect">
            <a:avLst/>
          </a:prstGeom>
        </p:spPr>
      </p:pic>
      <p:graphicFrame>
        <p:nvGraphicFramePr>
          <p:cNvPr id="5" name="Chart 5"/>
          <p:cNvGraphicFramePr/>
          <p:nvPr/>
        </p:nvGraphicFramePr>
        <p:xfrm>
          <a:off x="5486400" y="3886200"/>
          <a:ext cx="2743200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  <a:chOff x="0" y="0"/>
        <a:chExt cx="0" cy="0"/>
      </p:grpSpPr>
      <p:pic>
        <p:nvPicPr>
          <p:cNvPr id="2" name="Background Ph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6000">
                <a:latin typeface="Georgia"/>
              </a:rPr>
              <a:t>Welcome!</a:t>
            </a:r>
          </a:p>
        </p:txBody>
      </p:sp>
      <p:graphicFrame>
        <p:nvGraphicFramePr>
          <p:cNvPr id="4" name="Diagram 4"/>
          <p:cNvGraphicFramePr/>
          <p:nvPr/>
        </p:nvGraphicFramePr>
        <p:xfrm>
          <a:off x="914400" y="4572000"/>
          <a:ext cx="7315200" cy="1371600"/>
        </p:xfrm>
        <a:graphic>
          <a:graphicData uri="http://schemas.openxmlformats.org/drawingml/2006/diagram"/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0C29"/>
            </a:gs>
            <a:gs pos="100000">
              <a:srgbClr val="302B6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  <a:chOff x="0" y="0"/>
        <a:chExt cx="0" cy="0"/>
      </p:grpSpPr>
      <p:grpSp>
        <p:nvGrpSpPr>
          <p:cNvPr id="2" name="Group 2"/>
          <p:cNvGrpSpPr/>
          <p:nvPr/>
        </p:nvGrpSpPr>
        <p:grpSpPr>
          <a:xfrm>
            <a:off x="914400" y="914400"/>
            <a:ext cx="7315200" cy="4572000"/>
            <a:chOff x="0" y="0"/>
            <a:chExt cx="1463040" cy="914400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1463040" cy="4572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r"/>
              <a:r>
                <a:rPr lang="en-US"/>
                <a:t>Fish &amp; Chips &lt;script&gt;alert("x")&lt;/script&gt;</a:t>
              </a:r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914400" y="5029200"/>
            <a:ext cx="7315200" cy="1143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AutoNum type="arabicPeriod"/>
            </a:pPr>
            <a:r>
              <a:rPr lang="en-US"/>
              <a:t>Pray</a:t>
            </a:r>
          </a:p>
          <a:p>
            <a:pPr>
              <a:buAutoNum type="arabicPeriod"/>
            </a:pPr>
            <a:r>
              <a:rPr lang="en-US"/>
              <a:t>Give</a:t>
            </a:r>
          </a:p>
          <a:p>
            <a:pPr>
              <a:buAutoNum type="arabicPeriod"/>
            </a:pPr>
            <a:r>
              <a:rPr lang="en-US">
                <a:latin typeface="Calibri"/>
              </a:rPr>
              <a:t>Serve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  <a:chOff x="0" y="0"/>
        <a:chExt cx="0" cy="0"/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Offering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Fixture">
  <a:themeElements>
    <a:clrScheme name="Fixture">
      <a:dk1>
        <a:srgbClr val="000000"/>
      </a:dk1>
      <a:lt1>
        <a:srgbClr val="FFFFFF"/>
      </a:lt1>
      <a:dk2>
        <a:srgbClr val="1F3864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ixtur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